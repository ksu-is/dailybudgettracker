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3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E1D7A5-BE3C-A474-EA9D-D4D4DB4454E1}" v="190" dt="2026-04-27T12:52:16.632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7" autoAdjust="0"/>
    <p:restoredTop sz="95394" autoAdjust="0"/>
  </p:normalViewPr>
  <p:slideViewPr>
    <p:cSldViewPr snapToGrid="0">
      <p:cViewPr>
        <p:scale>
          <a:sx n="100" d="100"/>
          <a:sy n="100" d="100"/>
        </p:scale>
        <p:origin x="120" y="-54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0909" y="-182880"/>
            <a:ext cx="6113322" cy="900441"/>
          </a:xfrm>
        </p:spPr>
        <p:txBody>
          <a:bodyPr>
            <a:normAutofit fontScale="90000"/>
          </a:bodyPr>
          <a:lstStyle/>
          <a:p>
            <a:r>
              <a:rPr lang="en-US">
                <a:cs typeface="Posterama"/>
              </a:rPr>
              <a:t>Daily budget tracker</a:t>
            </a:r>
            <a:endParaRPr lang="en-US" dirty="0">
              <a:cs typeface="Postera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9D782-D83F-E195-A98D-205F044DC129}"/>
              </a:ext>
            </a:extLst>
          </p:cNvPr>
          <p:cNvSpPr txBox="1"/>
          <p:nvPr/>
        </p:nvSpPr>
        <p:spPr>
          <a:xfrm>
            <a:off x="9524999" y="873512"/>
            <a:ext cx="2546195" cy="519351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    Billy Velasquez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4006D-D49F-4170-2BFF-7B7EA591C9A3}"/>
              </a:ext>
            </a:extLst>
          </p:cNvPr>
          <p:cNvSpPr txBox="1"/>
          <p:nvPr/>
        </p:nvSpPr>
        <p:spPr>
          <a:xfrm>
            <a:off x="3577682" y="715536"/>
            <a:ext cx="594731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/>
              <a:t>Tracking your spending, stay on budget, and </a:t>
            </a:r>
            <a:r>
              <a:rPr lang="en-US" sz="2400" i="1"/>
              <a:t>understand where your money goes</a:t>
            </a:r>
            <a:endParaRPr lang="en-US" sz="2400" i="1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1C1FEB-435E-DCDD-5542-23C981E6A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366" y="1709854"/>
            <a:ext cx="3197317" cy="4107366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9687E544-6097-9FA3-4C9E-97363DD72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779" y="1719145"/>
            <a:ext cx="4909148" cy="350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3F812E-DDE9-40A9-A0BA-64D56AFBFEB8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4D714C4-5FE2-48FA-A21E-ED0E7AD411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01540B-037D-4E23-AFCA-FDDA3CCE1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420</Words>
  <Application>Microsoft Office PowerPoint</Application>
  <PresentationFormat>Widescreen</PresentationFormat>
  <Paragraphs>118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</vt:lpstr>
      <vt:lpstr>Daily budget tracker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created xsi:type="dcterms:W3CDTF">2026-04-27T12:44:20Z</dcterms:created>
  <dcterms:modified xsi:type="dcterms:W3CDTF">2026-04-27T12:53:39Z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